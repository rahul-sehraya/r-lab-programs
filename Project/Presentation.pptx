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04" d="100"/>
          <a:sy n="104" d="100"/>
        </p:scale>
        <p:origin x="570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AI Usage Data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>
              <a:rPr dirty="0"/>
            </a:br>
            <a:r>
              <a:rPr lang="en-IN" dirty="0"/>
              <a:t>Rahul Sehraya </a:t>
            </a:r>
          </a:p>
          <a:p>
            <a:pPr marL="0" lvl="0" indent="0">
              <a:buNone/>
            </a:pPr>
            <a:r>
              <a:rPr lang="en-IN" dirty="0"/>
              <a:t>25/SCA/MCAN/081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Top 10 Colleges by Total AI Usage Hours</a:t>
            </a:r>
          </a:p>
        </p:txBody>
      </p:sp>
      <p:pic>
        <p:nvPicPr>
          <p:cNvPr id="3" name="Picture 1" descr="Presentation_files/figure-pptx/unnamed-chunk-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3273" y="1193800"/>
            <a:ext cx="7749309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Most Popular AI Tools</a:t>
            </a:r>
          </a:p>
        </p:txBody>
      </p:sp>
      <p:pic>
        <p:nvPicPr>
          <p:cNvPr id="3" name="Picture 1" descr="Presentation_files/figure-pptx/unnamed-chunk-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5309" y="1193800"/>
            <a:ext cx="6696364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Distribution of Daily AI Usage Hours</a:t>
            </a:r>
          </a:p>
        </p:txBody>
      </p:sp>
      <p:pic>
        <p:nvPicPr>
          <p:cNvPr id="3" name="Picture 1" descr="Presentation_files/figure-pptx/unnamed-chunk-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945" y="1193800"/>
            <a:ext cx="7287491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Professor AI Approval Rate</a:t>
            </a:r>
          </a:p>
        </p:txBody>
      </p:sp>
      <p:pic>
        <p:nvPicPr>
          <p:cNvPr id="3" name="Picture 1" descr="Presentation_files/figure-pptx/unnamed-chunk-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4545" y="1193800"/>
            <a:ext cx="6354619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Preferred AI Tools</a:t>
            </a:r>
          </a:p>
        </p:txBody>
      </p:sp>
      <p:pic>
        <p:nvPicPr>
          <p:cNvPr id="3" name="Picture 1" descr="Presentation_files/figure-pptx/unnamed-chunk-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57381" y="1193800"/>
            <a:ext cx="6936509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 Usage by State</a:t>
            </a:r>
          </a:p>
        </p:txBody>
      </p:sp>
      <p:pic>
        <p:nvPicPr>
          <p:cNvPr id="3" name="Picture 1" descr="Presentation_files/figure-pptx/unnamed-chunk-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073" y="1193800"/>
            <a:ext cx="7573818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Impact of AI on Student Grades</a:t>
            </a:r>
          </a:p>
        </p:txBody>
      </p:sp>
      <p:pic>
        <p:nvPicPr>
          <p:cNvPr id="3" name="Picture 1" descr="Presentation_files/figure-pptx/unnamed-chunk-7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09963" y="1193800"/>
            <a:ext cx="6326909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Willingness to Pay for Premium AI</a:t>
            </a:r>
          </a:p>
        </p:txBody>
      </p:sp>
      <p:pic>
        <p:nvPicPr>
          <p:cNvPr id="3" name="Picture 1" descr="Presentation_files/figure-pptx/unnamed-chunk-8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95927" y="1193800"/>
            <a:ext cx="7204364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Average AI Usage by Academic Stream</a:t>
            </a:r>
          </a:p>
        </p:txBody>
      </p:sp>
      <p:pic>
        <p:nvPicPr>
          <p:cNvPr id="3" name="Picture 1" descr="Presentation_files/figure-pptx/unnamed-chunk-9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88291" y="1193800"/>
            <a:ext cx="7010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Common AI Use Cases among Students</a:t>
            </a:r>
          </a:p>
        </p:txBody>
      </p:sp>
      <p:pic>
        <p:nvPicPr>
          <p:cNvPr id="3" name="Picture 1" descr="Presentation_files/figure-pptx/unnamed-chunk-10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26837" y="1193800"/>
            <a:ext cx="6853382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</Words>
  <Application>Microsoft Office PowerPoint</Application>
  <PresentationFormat>On-screen Show (16:9)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 Usage Data Presentation</vt:lpstr>
      <vt:lpstr>Top 10 Colleges by Total AI Usage Hours</vt:lpstr>
      <vt:lpstr>Most Popular AI Tools</vt:lpstr>
      <vt:lpstr>Distribution of Daily AI Usage Hours</vt:lpstr>
      <vt:lpstr>Professor AI Approval Rate</vt:lpstr>
      <vt:lpstr>Preferred AI Tools</vt:lpstr>
      <vt:lpstr>AI Usage by State</vt:lpstr>
      <vt:lpstr>Impact of AI on Student Grades</vt:lpstr>
      <vt:lpstr>Willingness to Pay for Premium AI</vt:lpstr>
      <vt:lpstr>Average AI Usage by Academic Stream</vt:lpstr>
      <vt:lpstr>Common AI Use Cases among Students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Usage Data Presentation</dc:title>
  <dc:creator>Analysis Report</dc:creator>
  <cp:keywords/>
  <cp:lastModifiedBy>Zackyute .</cp:lastModifiedBy>
  <cp:revision>2</cp:revision>
  <dcterms:created xsi:type="dcterms:W3CDTF">2026-03-04T14:14:20Z</dcterms:created>
  <dcterms:modified xsi:type="dcterms:W3CDTF">2026-03-04T14:17:44Z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2026-03-04</vt:lpwstr>
  </property>
  <property fmtid="{D5CDD505-2E9C-101B-9397-08002B2CF9AE}" pid="3" name="output">
    <vt:lpwstr>powerpoint_presentation</vt:lpwstr>
  </property>
</Properties>
</file>