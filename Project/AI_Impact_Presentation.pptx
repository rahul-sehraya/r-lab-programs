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rakeshkapilavai/ai-tool-usage-by-indian-college-students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2377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Impact of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on College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Academic Experience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3200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Sehraya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25/SCA/MCAN/081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AI Tool Usage by Indian College Students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B6D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B6D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94760" cy="3017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rapidly adopted by Indian college students, yet the academic impact remains unclear.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many hours do students spend using AI daily?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AI usage help or hurt academic grades?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tools are most popular?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professors approve of AI usage?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 students willing to pay for premium AI?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15453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distribution patterns of AI awareness &amp; daily usage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66544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20391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popular AI tools among Indian students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2532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correlation between AI usage and academic grades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54096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026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professor approval and institutional attitudes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47872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3520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usage patterns across states &amp; academic streams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04164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4014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student willingness to invest in premium AI tools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tools like ChatGPT, Gemini, and Copilot have transformed how students learn, write, and solve problems across Indian universities.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a 2025 Kaggle dataset capturing AI tool usage patterns from Indian college students — covering 5,000+ respondents across multiple states and streams.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 Awareness Level, Daily Usage Hours, Impact on Grades, Trust in AI Tools, academic stream, college type, and willingness to pay for premium access.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3108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one of the world's largest student populations. Understanding how AI tools are being adopted in higher education has major policy and pedagogical implications.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5,000+ Indian College Students  |  Year: 2025  |  Source: Kaggle  |  Fields: 15+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 &amp; Visualizations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of Graphics visualization engine for R. Used for all statistical charts including bar plots, histograms, scatter plots, box plots, and bell curves.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256032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93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 Bar, Histogram, Scatter, Box, Bell Curve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56032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library providing verbs like filter(), group_by(), summarize(), and arrange() for transforming and aggregating the dataset.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429000"/>
            <a:ext cx="256032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493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 filter, group_by, summarize, mutate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56032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tidying toolkit for reshaping wide/long data, handling missing values, and preparing clean data frames for analysis and visualization.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256032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493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 pivot_longer, pivot_wider, drop_na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Plots Used:   Bar Chart  •  Histogram  •  Pie Chart  •  Box Plot  •  Bell Curve  •  Correlation Heatmap  •  Regression Plot  •  Grouped Bar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Patterns — Institutions &amp;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Colleges by Total AI Usage Hours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AI Tools Among Students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Distribution &amp; Institutional Attitude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Daily AI Usage Hours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AI Approval Rate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Preferences &amp; Geographic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AI Tools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by State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Impact &amp; Monetization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AI on Student Grades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for Premium AI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Stream-Wise Usage &amp; Student Use Cases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AI Usage by Academic Stream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AI Use Cases Among Students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Distributions of Key Variables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 — Normal Distribution Fit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Level (μ=5.83, σ=2.93)  •  Daily Usage Hours (μ=2.56, σ=1.21)  •  Impact on Grades (μ=0, σ=2.37)  •  Trust in AI Tools (μ=3.02, σ=1.44)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Regression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206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Daily AI Usage vs Grade Impact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06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943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 &amp; Copilot dominate AI tool adoption among Indian college 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6093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AI usage is 2.56 hrs (σ=1.21), indicating moderate but consistent engagement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grades is near-neutral (μ≈0), suggesting AI aids productivity without a strong grade uplift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leads in total AI usage; Engineering students are the heaviest 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👨‍🏫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00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professors do NOT currently use AI — indicating a gap between student and faculty adoption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730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proportion of students are willing to invest in premium AI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2611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variables are weak — AI usage decisions are driven by diverse, independent factors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conducted using R (ggplot2, dplyr, tidyr)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Kapilavai, R. (2025). AI Tool Usage by Indian College Students 2025.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Datasets. Retrieved from:</a:t>
            </a:r>
            <a:endParaRPr lang="en-US" sz="1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40080" y="20848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https://www.kaggle.com/datasets/rakeshkapilavai/ai-tool-usage-by-indian-college-students-2025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Wickham, H. (2016). ggplot2: Elegant Graphics for Data Analysis. Springer-Verlag New York.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02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02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Wickham, H., François, R., Henry, L., Müller, K. (2023). dplyr: A Grammar of Data Manipulation. R package version 1.1.2.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410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410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Wickham, H., Vaughan, D., Girlich, M. (2023). tidyr: Tidy Messy Data. R package version 1.3.0.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3799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799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Core Team (2024). R: A Language and Environment for Statistical Computing. R Foundation for Statistical Computing, Vienna, Austria.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Impact on College Students</dc:title>
  <dc:subject>PptxGenJS Presentation</dc:subject>
  <dc:creator>Rahul Sehraya</dc:creator>
  <cp:lastModifiedBy>Rahul Sehraya</cp:lastModifiedBy>
  <cp:revision>1</cp:revision>
  <dcterms:created xsi:type="dcterms:W3CDTF">2026-04-23T05:05:33Z</dcterms:created>
  <dcterms:modified xsi:type="dcterms:W3CDTF">2026-04-23T05:05:33Z</dcterms:modified>
</cp:coreProperties>
</file>